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B4CF615-4789-46BD-B773-52E0BB87BA7C}" v="34" dt="2026-03-27T04:57:47.6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o, JaeBin" userId="ed0301eb-46df-4c79-9b79-7e87ffe9b103" providerId="ADAL" clId="{5528FEEF-D1DC-4188-B0AA-883E55D1B0F9}"/>
    <pc:docChg chg="undo custSel addSld modSld">
      <pc:chgData name="Heo, JaeBin" userId="ed0301eb-46df-4c79-9b79-7e87ffe9b103" providerId="ADAL" clId="{5528FEEF-D1DC-4188-B0AA-883E55D1B0F9}" dt="2026-03-27T04:58:03.174" v="307" actId="1076"/>
      <pc:docMkLst>
        <pc:docMk/>
      </pc:docMkLst>
      <pc:sldChg chg="addSp delSp modSp mod">
        <pc:chgData name="Heo, JaeBin" userId="ed0301eb-46df-4c79-9b79-7e87ffe9b103" providerId="ADAL" clId="{5528FEEF-D1DC-4188-B0AA-883E55D1B0F9}" dt="2026-03-27T04:50:23.540" v="297" actId="1076"/>
        <pc:sldMkLst>
          <pc:docMk/>
          <pc:sldMk cId="3460216673" sldId="256"/>
        </pc:sldMkLst>
        <pc:spChg chg="mod">
          <ac:chgData name="Heo, JaeBin" userId="ed0301eb-46df-4c79-9b79-7e87ffe9b103" providerId="ADAL" clId="{5528FEEF-D1DC-4188-B0AA-883E55D1B0F9}" dt="2026-03-27T04:21:33.281" v="180" actId="1076"/>
          <ac:spMkLst>
            <pc:docMk/>
            <pc:sldMk cId="3460216673" sldId="256"/>
            <ac:spMk id="8" creationId="{A29A2260-D515-C6F2-C94B-A6474D17FAF9}"/>
          </ac:spMkLst>
        </pc:spChg>
        <pc:grpChg chg="add del mod">
          <ac:chgData name="Heo, JaeBin" userId="ed0301eb-46df-4c79-9b79-7e87ffe9b103" providerId="ADAL" clId="{5528FEEF-D1DC-4188-B0AA-883E55D1B0F9}" dt="2026-03-27T04:21:35.567" v="181" actId="478"/>
          <ac:grpSpMkLst>
            <pc:docMk/>
            <pc:sldMk cId="3460216673" sldId="256"/>
            <ac:grpSpMk id="2" creationId="{C6B8DF92-40C4-A0A6-157B-7D19911C95FD}"/>
          </ac:grpSpMkLst>
        </pc:grpChg>
        <pc:grpChg chg="add del mod">
          <ac:chgData name="Heo, JaeBin" userId="ed0301eb-46df-4c79-9b79-7e87ffe9b103" providerId="ADAL" clId="{5528FEEF-D1DC-4188-B0AA-883E55D1B0F9}" dt="2026-03-27T04:19:40.329" v="132" actId="21"/>
          <ac:grpSpMkLst>
            <pc:docMk/>
            <pc:sldMk cId="3460216673" sldId="256"/>
            <ac:grpSpMk id="3" creationId="{CAEAC676-1C43-2B35-49AE-218F27DECF89}"/>
          </ac:grpSpMkLst>
        </pc:grpChg>
        <pc:grpChg chg="mod">
          <ac:chgData name="Heo, JaeBin" userId="ed0301eb-46df-4c79-9b79-7e87ffe9b103" providerId="ADAL" clId="{5528FEEF-D1DC-4188-B0AA-883E55D1B0F9}" dt="2026-03-27T04:22:06.084" v="189"/>
          <ac:grpSpMkLst>
            <pc:docMk/>
            <pc:sldMk cId="3460216673" sldId="256"/>
            <ac:grpSpMk id="26" creationId="{1617CC3E-0871-27BD-C838-F0E74C5B1104}"/>
          </ac:grpSpMkLst>
        </pc:grpChg>
        <pc:grpChg chg="add mod">
          <ac:chgData name="Heo, JaeBin" userId="ed0301eb-46df-4c79-9b79-7e87ffe9b103" providerId="ADAL" clId="{5528FEEF-D1DC-4188-B0AA-883E55D1B0F9}" dt="2026-03-27T04:22:10.567" v="191" actId="1076"/>
          <ac:grpSpMkLst>
            <pc:docMk/>
            <pc:sldMk cId="3460216673" sldId="256"/>
            <ac:grpSpMk id="30" creationId="{42CC1FC4-A160-C266-13C3-7EC66488AD32}"/>
          </ac:grpSpMkLst>
        </pc:grpChg>
        <pc:picChg chg="add del mod">
          <ac:chgData name="Heo, JaeBin" userId="ed0301eb-46df-4c79-9b79-7e87ffe9b103" providerId="ADAL" clId="{5528FEEF-D1DC-4188-B0AA-883E55D1B0F9}" dt="2026-03-27T04:49:43.960" v="286" actId="478"/>
          <ac:picMkLst>
            <pc:docMk/>
            <pc:sldMk cId="3460216673" sldId="256"/>
            <ac:picMk id="2" creationId="{96A24064-2FBB-E159-D074-55121EE43384}"/>
          </ac:picMkLst>
        </pc:picChg>
        <pc:picChg chg="add">
          <ac:chgData name="Heo, JaeBin" userId="ed0301eb-46df-4c79-9b79-7e87ffe9b103" providerId="ADAL" clId="{5528FEEF-D1DC-4188-B0AA-883E55D1B0F9}" dt="2026-03-27T04:28:43.144" v="280"/>
          <ac:picMkLst>
            <pc:docMk/>
            <pc:sldMk cId="3460216673" sldId="256"/>
            <ac:picMk id="2" creationId="{A116F4E1-DE5D-8778-11DB-1FF9A7627F96}"/>
          </ac:picMkLst>
        </pc:picChg>
        <pc:picChg chg="add mod">
          <ac:chgData name="Heo, JaeBin" userId="ed0301eb-46df-4c79-9b79-7e87ffe9b103" providerId="ADAL" clId="{5528FEEF-D1DC-4188-B0AA-883E55D1B0F9}" dt="2026-03-27T04:50:23.540" v="297" actId="1076"/>
          <ac:picMkLst>
            <pc:docMk/>
            <pc:sldMk cId="3460216673" sldId="256"/>
            <ac:picMk id="3" creationId="{427643FE-045C-131F-6C49-B91FFB3D58ED}"/>
          </ac:picMkLst>
        </pc:picChg>
        <pc:picChg chg="add mod">
          <ac:chgData name="Heo, JaeBin" userId="ed0301eb-46df-4c79-9b79-7e87ffe9b103" providerId="ADAL" clId="{5528FEEF-D1DC-4188-B0AA-883E55D1B0F9}" dt="2026-03-27T04:21:29.461" v="178" actId="1076"/>
          <ac:picMkLst>
            <pc:docMk/>
            <pc:sldMk cId="3460216673" sldId="256"/>
            <ac:picMk id="9" creationId="{385A75E6-0B22-5091-353E-7215D280C003}"/>
          </ac:picMkLst>
        </pc:picChg>
        <pc:picChg chg="add del">
          <ac:chgData name="Heo, JaeBin" userId="ed0301eb-46df-4c79-9b79-7e87ffe9b103" providerId="ADAL" clId="{5528FEEF-D1DC-4188-B0AA-883E55D1B0F9}" dt="2026-03-27T04:49:38.540" v="282" actId="478"/>
          <ac:picMkLst>
            <pc:docMk/>
            <pc:sldMk cId="3460216673" sldId="256"/>
            <ac:picMk id="14" creationId="{CB1D08AA-43E6-7745-6121-C379FD2E60F3}"/>
          </ac:picMkLst>
        </pc:picChg>
        <pc:cxnChg chg="mod">
          <ac:chgData name="Heo, JaeBin" userId="ed0301eb-46df-4c79-9b79-7e87ffe9b103" providerId="ADAL" clId="{5528FEEF-D1DC-4188-B0AA-883E55D1B0F9}" dt="2026-03-27T04:19:39.424" v="131"/>
          <ac:cxnSpMkLst>
            <pc:docMk/>
            <pc:sldMk cId="3460216673" sldId="256"/>
            <ac:cxnSpMk id="5" creationId="{8BB5493B-C436-2558-249D-A4B13904EB81}"/>
          </ac:cxnSpMkLst>
        </pc:cxnChg>
        <pc:cxnChg chg="mod">
          <ac:chgData name="Heo, JaeBin" userId="ed0301eb-46df-4c79-9b79-7e87ffe9b103" providerId="ADAL" clId="{5528FEEF-D1DC-4188-B0AA-883E55D1B0F9}" dt="2026-03-27T04:19:39.424" v="131"/>
          <ac:cxnSpMkLst>
            <pc:docMk/>
            <pc:sldMk cId="3460216673" sldId="256"/>
            <ac:cxnSpMk id="6" creationId="{B2C81A1F-DDD5-A896-9CB4-2C7C55B700EC}"/>
          </ac:cxnSpMkLst>
        </pc:cxnChg>
        <pc:cxnChg chg="mod">
          <ac:chgData name="Heo, JaeBin" userId="ed0301eb-46df-4c79-9b79-7e87ffe9b103" providerId="ADAL" clId="{5528FEEF-D1DC-4188-B0AA-883E55D1B0F9}" dt="2026-03-27T04:19:38.644" v="130" actId="164"/>
          <ac:cxnSpMkLst>
            <pc:docMk/>
            <pc:sldMk cId="3460216673" sldId="256"/>
            <ac:cxnSpMk id="10" creationId="{8B06E142-6FA4-A393-F46A-D4579D40BCED}"/>
          </ac:cxnSpMkLst>
        </pc:cxnChg>
        <pc:cxnChg chg="mod">
          <ac:chgData name="Heo, JaeBin" userId="ed0301eb-46df-4c79-9b79-7e87ffe9b103" providerId="ADAL" clId="{5528FEEF-D1DC-4188-B0AA-883E55D1B0F9}" dt="2026-03-27T04:19:38.644" v="130" actId="164"/>
          <ac:cxnSpMkLst>
            <pc:docMk/>
            <pc:sldMk cId="3460216673" sldId="256"/>
            <ac:cxnSpMk id="11" creationId="{A60E590B-B6E0-0E7A-01A3-B5D372AEE1E7}"/>
          </ac:cxnSpMkLst>
        </pc:cxnChg>
        <pc:cxnChg chg="add mod">
          <ac:chgData name="Heo, JaeBin" userId="ed0301eb-46df-4c79-9b79-7e87ffe9b103" providerId="ADAL" clId="{5528FEEF-D1DC-4188-B0AA-883E55D1B0F9}" dt="2026-03-27T04:21:55.142" v="185" actId="693"/>
          <ac:cxnSpMkLst>
            <pc:docMk/>
            <pc:sldMk cId="3460216673" sldId="256"/>
            <ac:cxnSpMk id="13" creationId="{94D89E42-CD36-2B22-60A0-4BB234CF4888}"/>
          </ac:cxnSpMkLst>
        </pc:cxnChg>
        <pc:cxnChg chg="mod">
          <ac:chgData name="Heo, JaeBin" userId="ed0301eb-46df-4c79-9b79-7e87ffe9b103" providerId="ADAL" clId="{5528FEEF-D1DC-4188-B0AA-883E55D1B0F9}" dt="2026-03-27T04:22:06.084" v="189"/>
          <ac:cxnSpMkLst>
            <pc:docMk/>
            <pc:sldMk cId="3460216673" sldId="256"/>
            <ac:cxnSpMk id="27" creationId="{5CF309E5-52B7-1862-0038-FBD03C819E1F}"/>
          </ac:cxnSpMkLst>
        </pc:cxnChg>
        <pc:cxnChg chg="mod">
          <ac:chgData name="Heo, JaeBin" userId="ed0301eb-46df-4c79-9b79-7e87ffe9b103" providerId="ADAL" clId="{5528FEEF-D1DC-4188-B0AA-883E55D1B0F9}" dt="2026-03-27T04:22:06.084" v="189"/>
          <ac:cxnSpMkLst>
            <pc:docMk/>
            <pc:sldMk cId="3460216673" sldId="256"/>
            <ac:cxnSpMk id="28" creationId="{F97F88A0-2843-5DB0-9F39-93C50B6FDB06}"/>
          </ac:cxnSpMkLst>
        </pc:cxnChg>
        <pc:cxnChg chg="mod">
          <ac:chgData name="Heo, JaeBin" userId="ed0301eb-46df-4c79-9b79-7e87ffe9b103" providerId="ADAL" clId="{5528FEEF-D1DC-4188-B0AA-883E55D1B0F9}" dt="2026-03-27T04:22:06.084" v="189"/>
          <ac:cxnSpMkLst>
            <pc:docMk/>
            <pc:sldMk cId="3460216673" sldId="256"/>
            <ac:cxnSpMk id="29" creationId="{6CF4855B-C377-55DF-F351-86DB2CDC1695}"/>
          </ac:cxnSpMkLst>
        </pc:cxnChg>
      </pc:sldChg>
      <pc:sldChg chg="addSp delSp modSp mod">
        <pc:chgData name="Heo, JaeBin" userId="ed0301eb-46df-4c79-9b79-7e87ffe9b103" providerId="ADAL" clId="{5528FEEF-D1DC-4188-B0AA-883E55D1B0F9}" dt="2026-03-27T04:57:12.622" v="298" actId="1076"/>
        <pc:sldMkLst>
          <pc:docMk/>
          <pc:sldMk cId="4041900156" sldId="257"/>
        </pc:sldMkLst>
        <pc:spChg chg="mod">
          <ac:chgData name="Heo, JaeBin" userId="ed0301eb-46df-4c79-9b79-7e87ffe9b103" providerId="ADAL" clId="{5528FEEF-D1DC-4188-B0AA-883E55D1B0F9}" dt="2026-03-27T04:18:57.033" v="102" actId="12788"/>
          <ac:spMkLst>
            <pc:docMk/>
            <pc:sldMk cId="4041900156" sldId="257"/>
            <ac:spMk id="4" creationId="{90931471-D83A-19FA-2727-5EE700D0B10A}"/>
          </ac:spMkLst>
        </pc:spChg>
        <pc:spChg chg="mod">
          <ac:chgData name="Heo, JaeBin" userId="ed0301eb-46df-4c79-9b79-7e87ffe9b103" providerId="ADAL" clId="{5528FEEF-D1DC-4188-B0AA-883E55D1B0F9}" dt="2026-03-27T04:17:27.986" v="61" actId="12788"/>
          <ac:spMkLst>
            <pc:docMk/>
            <pc:sldMk cId="4041900156" sldId="257"/>
            <ac:spMk id="7" creationId="{9D50C59A-679B-8212-4D0C-ECCE0F0E6BD6}"/>
          </ac:spMkLst>
        </pc:spChg>
        <pc:spChg chg="add mod">
          <ac:chgData name="Heo, JaeBin" userId="ed0301eb-46df-4c79-9b79-7e87ffe9b103" providerId="ADAL" clId="{5528FEEF-D1DC-4188-B0AA-883E55D1B0F9}" dt="2026-03-27T04:20:14.094" v="142" actId="164"/>
          <ac:spMkLst>
            <pc:docMk/>
            <pc:sldMk cId="4041900156" sldId="257"/>
            <ac:spMk id="9" creationId="{898E3B11-334E-E6FE-F2FF-E27A80F8F6E9}"/>
          </ac:spMkLst>
        </pc:spChg>
        <pc:spChg chg="add mod topLvl">
          <ac:chgData name="Heo, JaeBin" userId="ed0301eb-46df-4c79-9b79-7e87ffe9b103" providerId="ADAL" clId="{5528FEEF-D1DC-4188-B0AA-883E55D1B0F9}" dt="2026-03-27T04:20:14.094" v="142" actId="164"/>
          <ac:spMkLst>
            <pc:docMk/>
            <pc:sldMk cId="4041900156" sldId="257"/>
            <ac:spMk id="10" creationId="{DE595DFA-4B95-018E-DAC7-462AF762F966}"/>
          </ac:spMkLst>
        </pc:spChg>
        <pc:spChg chg="add mod topLvl">
          <ac:chgData name="Heo, JaeBin" userId="ed0301eb-46df-4c79-9b79-7e87ffe9b103" providerId="ADAL" clId="{5528FEEF-D1DC-4188-B0AA-883E55D1B0F9}" dt="2026-03-27T04:20:14.094" v="142" actId="164"/>
          <ac:spMkLst>
            <pc:docMk/>
            <pc:sldMk cId="4041900156" sldId="257"/>
            <ac:spMk id="11" creationId="{5643F242-A41A-F1CF-DA8E-0FA1DB4BCDC0}"/>
          </ac:spMkLst>
        </pc:spChg>
        <pc:grpChg chg="add del mod">
          <ac:chgData name="Heo, JaeBin" userId="ed0301eb-46df-4c79-9b79-7e87ffe9b103" providerId="ADAL" clId="{5528FEEF-D1DC-4188-B0AA-883E55D1B0F9}" dt="2026-03-27T04:18:06.396" v="71" actId="165"/>
          <ac:grpSpMkLst>
            <pc:docMk/>
            <pc:sldMk cId="4041900156" sldId="257"/>
            <ac:grpSpMk id="8" creationId="{0DC68772-E803-8E6F-B367-CCD7E48FD806}"/>
          </ac:grpSpMkLst>
        </pc:grpChg>
        <pc:grpChg chg="add mod">
          <ac:chgData name="Heo, JaeBin" userId="ed0301eb-46df-4c79-9b79-7e87ffe9b103" providerId="ADAL" clId="{5528FEEF-D1DC-4188-B0AA-883E55D1B0F9}" dt="2026-03-27T04:20:14.094" v="142" actId="164"/>
          <ac:grpSpMkLst>
            <pc:docMk/>
            <pc:sldMk cId="4041900156" sldId="257"/>
            <ac:grpSpMk id="12" creationId="{FCB6AF46-A3FB-E92F-6165-C5A0402EB3AA}"/>
          </ac:grpSpMkLst>
        </pc:grpChg>
        <pc:grpChg chg="add del mod">
          <ac:chgData name="Heo, JaeBin" userId="ed0301eb-46df-4c79-9b79-7e87ffe9b103" providerId="ADAL" clId="{5528FEEF-D1DC-4188-B0AA-883E55D1B0F9}" dt="2026-03-27T04:19:05.410" v="104" actId="165"/>
          <ac:grpSpMkLst>
            <pc:docMk/>
            <pc:sldMk cId="4041900156" sldId="257"/>
            <ac:grpSpMk id="13" creationId="{F8203683-96DB-DA71-0201-BE2AAA2B15F7}"/>
          </ac:grpSpMkLst>
        </pc:grpChg>
        <pc:grpChg chg="add mod topLvl">
          <ac:chgData name="Heo, JaeBin" userId="ed0301eb-46df-4c79-9b79-7e87ffe9b103" providerId="ADAL" clId="{5528FEEF-D1DC-4188-B0AA-883E55D1B0F9}" dt="2026-03-27T04:20:38.217" v="162" actId="165"/>
          <ac:grpSpMkLst>
            <pc:docMk/>
            <pc:sldMk cId="4041900156" sldId="257"/>
            <ac:grpSpMk id="14" creationId="{CAEAC676-1C43-2B35-49AE-218F27DECF89}"/>
          </ac:grpSpMkLst>
        </pc:grpChg>
        <pc:grpChg chg="add mod topLvl">
          <ac:chgData name="Heo, JaeBin" userId="ed0301eb-46df-4c79-9b79-7e87ffe9b103" providerId="ADAL" clId="{5528FEEF-D1DC-4188-B0AA-883E55D1B0F9}" dt="2026-03-27T04:50:10.602" v="294" actId="1076"/>
          <ac:grpSpMkLst>
            <pc:docMk/>
            <pc:sldMk cId="4041900156" sldId="257"/>
            <ac:grpSpMk id="17" creationId="{29F3C677-5DB5-C52B-BA2A-AD09458A72A0}"/>
          </ac:grpSpMkLst>
        </pc:grpChg>
        <pc:grpChg chg="add mod">
          <ac:chgData name="Heo, JaeBin" userId="ed0301eb-46df-4c79-9b79-7e87ffe9b103" providerId="ADAL" clId="{5528FEEF-D1DC-4188-B0AA-883E55D1B0F9}" dt="2026-03-27T04:20:14.094" v="142" actId="164"/>
          <ac:grpSpMkLst>
            <pc:docMk/>
            <pc:sldMk cId="4041900156" sldId="257"/>
            <ac:grpSpMk id="20" creationId="{FCC64C6E-1A06-E18B-7A3C-951A01E14A85}"/>
          </ac:grpSpMkLst>
        </pc:grpChg>
        <pc:grpChg chg="add del mod">
          <ac:chgData name="Heo, JaeBin" userId="ed0301eb-46df-4c79-9b79-7e87ffe9b103" providerId="ADAL" clId="{5528FEEF-D1DC-4188-B0AA-883E55D1B0F9}" dt="2026-03-27T04:20:38.217" v="162" actId="165"/>
          <ac:grpSpMkLst>
            <pc:docMk/>
            <pc:sldMk cId="4041900156" sldId="257"/>
            <ac:grpSpMk id="21" creationId="{C5AEBE5E-C362-0F57-D4A0-1DB04A7C8D4B}"/>
          </ac:grpSpMkLst>
        </pc:grpChg>
        <pc:grpChg chg="add mod">
          <ac:chgData name="Heo, JaeBin" userId="ed0301eb-46df-4c79-9b79-7e87ffe9b103" providerId="ADAL" clId="{5528FEEF-D1DC-4188-B0AA-883E55D1B0F9}" dt="2026-03-27T04:22:04.290" v="187" actId="164"/>
          <ac:grpSpMkLst>
            <pc:docMk/>
            <pc:sldMk cId="4041900156" sldId="257"/>
            <ac:grpSpMk id="26" creationId="{1617CC3E-0871-27BD-C838-F0E74C5B1104}"/>
          </ac:grpSpMkLst>
        </pc:grpChg>
        <pc:grpChg chg="add del mod">
          <ac:chgData name="Heo, JaeBin" userId="ed0301eb-46df-4c79-9b79-7e87ffe9b103" providerId="ADAL" clId="{5528FEEF-D1DC-4188-B0AA-883E55D1B0F9}" dt="2026-03-27T04:22:04.757" v="188" actId="21"/>
          <ac:grpSpMkLst>
            <pc:docMk/>
            <pc:sldMk cId="4041900156" sldId="257"/>
            <ac:grpSpMk id="30" creationId="{42CC1FC4-A160-C266-13C3-7EC66488AD32}"/>
          </ac:grpSpMkLst>
        </pc:grpChg>
        <pc:picChg chg="add mod">
          <ac:chgData name="Heo, JaeBin" userId="ed0301eb-46df-4c79-9b79-7e87ffe9b103" providerId="ADAL" clId="{5528FEEF-D1DC-4188-B0AA-883E55D1B0F9}" dt="2026-03-27T04:57:12.622" v="298" actId="1076"/>
          <ac:picMkLst>
            <pc:docMk/>
            <pc:sldMk cId="4041900156" sldId="257"/>
            <ac:picMk id="2" creationId="{D9FE0096-9456-E450-58CF-4F796D9F152A}"/>
          </ac:picMkLst>
        </pc:picChg>
        <pc:picChg chg="add mod topLvl">
          <ac:chgData name="Heo, JaeBin" userId="ed0301eb-46df-4c79-9b79-7e87ffe9b103" providerId="ADAL" clId="{5528FEEF-D1DC-4188-B0AA-883E55D1B0F9}" dt="2026-03-27T04:18:29.242" v="95" actId="164"/>
          <ac:picMkLst>
            <pc:docMk/>
            <pc:sldMk cId="4041900156" sldId="257"/>
            <ac:picMk id="3" creationId="{AA2BB1C6-AB86-7F1B-BBE8-ED21967AE074}"/>
          </ac:picMkLst>
        </pc:picChg>
        <pc:picChg chg="add mod topLvl">
          <ac:chgData name="Heo, JaeBin" userId="ed0301eb-46df-4c79-9b79-7e87ffe9b103" providerId="ADAL" clId="{5528FEEF-D1DC-4188-B0AA-883E55D1B0F9}" dt="2026-03-27T04:18:29.242" v="95" actId="164"/>
          <ac:picMkLst>
            <pc:docMk/>
            <pc:sldMk cId="4041900156" sldId="257"/>
            <ac:picMk id="5" creationId="{5151B628-9CAC-17DE-28BB-CE8CEE1BB652}"/>
          </ac:picMkLst>
        </pc:picChg>
        <pc:picChg chg="add mod topLvl">
          <ac:chgData name="Heo, JaeBin" userId="ed0301eb-46df-4c79-9b79-7e87ffe9b103" providerId="ADAL" clId="{5528FEEF-D1DC-4188-B0AA-883E55D1B0F9}" dt="2026-03-27T04:20:14.094" v="142" actId="164"/>
          <ac:picMkLst>
            <pc:docMk/>
            <pc:sldMk cId="4041900156" sldId="257"/>
            <ac:picMk id="6" creationId="{B5373B0A-3422-8C1D-855E-545DAD7AD9AF}"/>
          </ac:picMkLst>
        </pc:picChg>
        <pc:picChg chg="add del">
          <ac:chgData name="Heo, JaeBin" userId="ed0301eb-46df-4c79-9b79-7e87ffe9b103" providerId="ADAL" clId="{5528FEEF-D1DC-4188-B0AA-883E55D1B0F9}" dt="2026-03-27T04:27:19.377" v="279" actId="478"/>
          <ac:picMkLst>
            <pc:docMk/>
            <pc:sldMk cId="4041900156" sldId="257"/>
            <ac:picMk id="31" creationId="{4088CE7A-D02E-0394-B4E1-3F6131657EEB}"/>
          </ac:picMkLst>
        </pc:picChg>
        <pc:cxnChg chg="mod">
          <ac:chgData name="Heo, JaeBin" userId="ed0301eb-46df-4c79-9b79-7e87ffe9b103" providerId="ADAL" clId="{5528FEEF-D1DC-4188-B0AA-883E55D1B0F9}" dt="2026-03-27T04:20:38.217" v="162" actId="165"/>
          <ac:cxnSpMkLst>
            <pc:docMk/>
            <pc:sldMk cId="4041900156" sldId="257"/>
            <ac:cxnSpMk id="15" creationId="{8BB5493B-C436-2558-249D-A4B13904EB81}"/>
          </ac:cxnSpMkLst>
        </pc:cxnChg>
        <pc:cxnChg chg="mod">
          <ac:chgData name="Heo, JaeBin" userId="ed0301eb-46df-4c79-9b79-7e87ffe9b103" providerId="ADAL" clId="{5528FEEF-D1DC-4188-B0AA-883E55D1B0F9}" dt="2026-03-27T04:20:38.217" v="162" actId="165"/>
          <ac:cxnSpMkLst>
            <pc:docMk/>
            <pc:sldMk cId="4041900156" sldId="257"/>
            <ac:cxnSpMk id="16" creationId="{B2C81A1F-DDD5-A896-9CB4-2C7C55B700EC}"/>
          </ac:cxnSpMkLst>
        </pc:cxnChg>
        <pc:cxnChg chg="mod">
          <ac:chgData name="Heo, JaeBin" userId="ed0301eb-46df-4c79-9b79-7e87ffe9b103" providerId="ADAL" clId="{5528FEEF-D1DC-4188-B0AA-883E55D1B0F9}" dt="2026-03-27T04:20:58.491" v="169" actId="14100"/>
          <ac:cxnSpMkLst>
            <pc:docMk/>
            <pc:sldMk cId="4041900156" sldId="257"/>
            <ac:cxnSpMk id="18" creationId="{617444D1-67C5-6D5E-FDEB-F90C6A2257FA}"/>
          </ac:cxnSpMkLst>
        </pc:cxnChg>
        <pc:cxnChg chg="mod">
          <ac:chgData name="Heo, JaeBin" userId="ed0301eb-46df-4c79-9b79-7e87ffe9b103" providerId="ADAL" clId="{5528FEEF-D1DC-4188-B0AA-883E55D1B0F9}" dt="2026-03-27T04:20:59.034" v="170" actId="14100"/>
          <ac:cxnSpMkLst>
            <pc:docMk/>
            <pc:sldMk cId="4041900156" sldId="257"/>
            <ac:cxnSpMk id="19" creationId="{D11505CA-864B-8678-E9CE-EB2894AD5069}"/>
          </ac:cxnSpMkLst>
        </pc:cxnChg>
        <pc:cxnChg chg="add mod">
          <ac:chgData name="Heo, JaeBin" userId="ed0301eb-46df-4c79-9b79-7e87ffe9b103" providerId="ADAL" clId="{5528FEEF-D1DC-4188-B0AA-883E55D1B0F9}" dt="2026-03-27T04:21:09.867" v="172" actId="1076"/>
          <ac:cxnSpMkLst>
            <pc:docMk/>
            <pc:sldMk cId="4041900156" sldId="257"/>
            <ac:cxnSpMk id="25" creationId="{A61F0E1D-8169-22E2-6509-A37E538805EA}"/>
          </ac:cxnSpMkLst>
        </pc:cxnChg>
        <pc:cxnChg chg="mod">
          <ac:chgData name="Heo, JaeBin" userId="ed0301eb-46df-4c79-9b79-7e87ffe9b103" providerId="ADAL" clId="{5528FEEF-D1DC-4188-B0AA-883E55D1B0F9}" dt="2026-03-27T04:22:02.957" v="186"/>
          <ac:cxnSpMkLst>
            <pc:docMk/>
            <pc:sldMk cId="4041900156" sldId="257"/>
            <ac:cxnSpMk id="27" creationId="{5CF309E5-52B7-1862-0038-FBD03C819E1F}"/>
          </ac:cxnSpMkLst>
        </pc:cxnChg>
        <pc:cxnChg chg="mod">
          <ac:chgData name="Heo, JaeBin" userId="ed0301eb-46df-4c79-9b79-7e87ffe9b103" providerId="ADAL" clId="{5528FEEF-D1DC-4188-B0AA-883E55D1B0F9}" dt="2026-03-27T04:22:02.957" v="186"/>
          <ac:cxnSpMkLst>
            <pc:docMk/>
            <pc:sldMk cId="4041900156" sldId="257"/>
            <ac:cxnSpMk id="28" creationId="{F97F88A0-2843-5DB0-9F39-93C50B6FDB06}"/>
          </ac:cxnSpMkLst>
        </pc:cxnChg>
        <pc:cxnChg chg="add mod">
          <ac:chgData name="Heo, JaeBin" userId="ed0301eb-46df-4c79-9b79-7e87ffe9b103" providerId="ADAL" clId="{5528FEEF-D1DC-4188-B0AA-883E55D1B0F9}" dt="2026-03-27T04:22:04.290" v="187" actId="164"/>
          <ac:cxnSpMkLst>
            <pc:docMk/>
            <pc:sldMk cId="4041900156" sldId="257"/>
            <ac:cxnSpMk id="29" creationId="{6CF4855B-C377-55DF-F351-86DB2CDC1695}"/>
          </ac:cxnSpMkLst>
        </pc:cxnChg>
      </pc:sldChg>
      <pc:sldChg chg="addSp delSp modSp add mod">
        <pc:chgData name="Heo, JaeBin" userId="ed0301eb-46df-4c79-9b79-7e87ffe9b103" providerId="ADAL" clId="{5528FEEF-D1DC-4188-B0AA-883E55D1B0F9}" dt="2026-03-27T04:58:03.174" v="307" actId="1076"/>
        <pc:sldMkLst>
          <pc:docMk/>
          <pc:sldMk cId="3234079510" sldId="258"/>
        </pc:sldMkLst>
        <pc:spChg chg="add mod">
          <ac:chgData name="Heo, JaeBin" userId="ed0301eb-46df-4c79-9b79-7e87ffe9b103" providerId="ADAL" clId="{5528FEEF-D1DC-4188-B0AA-883E55D1B0F9}" dt="2026-03-27T04:23:28.503" v="272" actId="12788"/>
          <ac:spMkLst>
            <pc:docMk/>
            <pc:sldMk cId="3234079510" sldId="258"/>
            <ac:spMk id="2" creationId="{AD598183-5A38-8D1C-32ED-F7A1C79DBFF6}"/>
          </ac:spMkLst>
        </pc:spChg>
        <pc:spChg chg="mod">
          <ac:chgData name="Heo, JaeBin" userId="ed0301eb-46df-4c79-9b79-7e87ffe9b103" providerId="ADAL" clId="{5528FEEF-D1DC-4188-B0AA-883E55D1B0F9}" dt="2026-03-27T04:23:04.712" v="247" actId="12788"/>
          <ac:spMkLst>
            <pc:docMk/>
            <pc:sldMk cId="3234079510" sldId="258"/>
            <ac:spMk id="4" creationId="{12883B97-47BE-948B-4950-E34C4FD3DF1D}"/>
          </ac:spMkLst>
        </pc:spChg>
        <pc:spChg chg="mod">
          <ac:chgData name="Heo, JaeBin" userId="ed0301eb-46df-4c79-9b79-7e87ffe9b103" providerId="ADAL" clId="{5528FEEF-D1DC-4188-B0AA-883E55D1B0F9}" dt="2026-03-27T04:23:04.712" v="247" actId="12788"/>
          <ac:spMkLst>
            <pc:docMk/>
            <pc:sldMk cId="3234079510" sldId="258"/>
            <ac:spMk id="7" creationId="{BB577A40-2AA9-9F6E-B607-544A167C43B1}"/>
          </ac:spMkLst>
        </pc:spChg>
        <pc:spChg chg="mod">
          <ac:chgData name="Heo, JaeBin" userId="ed0301eb-46df-4c79-9b79-7e87ffe9b103" providerId="ADAL" clId="{5528FEEF-D1DC-4188-B0AA-883E55D1B0F9}" dt="2026-03-27T04:23:28.503" v="272" actId="12788"/>
          <ac:spMkLst>
            <pc:docMk/>
            <pc:sldMk cId="3234079510" sldId="258"/>
            <ac:spMk id="8" creationId="{288C0FF3-3D2F-04C8-D385-0633866DEECD}"/>
          </ac:spMkLst>
        </pc:spChg>
        <pc:grpChg chg="del">
          <ac:chgData name="Heo, JaeBin" userId="ed0301eb-46df-4c79-9b79-7e87ffe9b103" providerId="ADAL" clId="{5528FEEF-D1DC-4188-B0AA-883E55D1B0F9}" dt="2026-03-27T04:22:26.801" v="195" actId="478"/>
          <ac:grpSpMkLst>
            <pc:docMk/>
            <pc:sldMk cId="3234079510" sldId="258"/>
            <ac:grpSpMk id="30" creationId="{45344569-14E9-6263-02E3-8C554A5536FC}"/>
          </ac:grpSpMkLst>
        </pc:grpChg>
        <pc:picChg chg="add del mod">
          <ac:chgData name="Heo, JaeBin" userId="ed0301eb-46df-4c79-9b79-7e87ffe9b103" providerId="ADAL" clId="{5528FEEF-D1DC-4188-B0AA-883E55D1B0F9}" dt="2026-03-27T04:57:39.501" v="301" actId="478"/>
          <ac:picMkLst>
            <pc:docMk/>
            <pc:sldMk cId="3234079510" sldId="258"/>
            <ac:picMk id="3" creationId="{1D860A1A-F68B-0CE9-59FB-3453CFF07370}"/>
          </ac:picMkLst>
        </pc:picChg>
        <pc:picChg chg="add del">
          <ac:chgData name="Heo, JaeBin" userId="ed0301eb-46df-4c79-9b79-7e87ffe9b103" providerId="ADAL" clId="{5528FEEF-D1DC-4188-B0AA-883E55D1B0F9}" dt="2026-03-27T04:27:02.504" v="277" actId="478"/>
          <ac:picMkLst>
            <pc:docMk/>
            <pc:sldMk cId="3234079510" sldId="258"/>
            <ac:picMk id="3" creationId="{383DBC92-8A3E-9DAE-97A3-FD6AA82A6EB7}"/>
          </ac:picMkLst>
        </pc:picChg>
        <pc:picChg chg="add mod modCrop">
          <ac:chgData name="Heo, JaeBin" userId="ed0301eb-46df-4c79-9b79-7e87ffe9b103" providerId="ADAL" clId="{5528FEEF-D1DC-4188-B0AA-883E55D1B0F9}" dt="2026-03-27T04:58:03.174" v="307" actId="1076"/>
          <ac:picMkLst>
            <pc:docMk/>
            <pc:sldMk cId="3234079510" sldId="258"/>
            <ac:picMk id="5" creationId="{64549D93-0D41-74E6-17D3-9CD8BE31DDD5}"/>
          </ac:picMkLst>
        </pc:picChg>
        <pc:picChg chg="del">
          <ac:chgData name="Heo, JaeBin" userId="ed0301eb-46df-4c79-9b79-7e87ffe9b103" providerId="ADAL" clId="{5528FEEF-D1DC-4188-B0AA-883E55D1B0F9}" dt="2026-03-27T04:22:25.580" v="193" actId="478"/>
          <ac:picMkLst>
            <pc:docMk/>
            <pc:sldMk cId="3234079510" sldId="258"/>
            <ac:picMk id="9" creationId="{E44CBA7B-4FCE-7E2F-573E-5B850E057B50}"/>
          </ac:picMkLst>
        </pc:picChg>
        <pc:cxnChg chg="del">
          <ac:chgData name="Heo, JaeBin" userId="ed0301eb-46df-4c79-9b79-7e87ffe9b103" providerId="ADAL" clId="{5528FEEF-D1DC-4188-B0AA-883E55D1B0F9}" dt="2026-03-27T04:22:26.352" v="194" actId="478"/>
          <ac:cxnSpMkLst>
            <pc:docMk/>
            <pc:sldMk cId="3234079510" sldId="258"/>
            <ac:cxnSpMk id="13" creationId="{9DB127E6-DC4C-8D55-946B-073C1836844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55CDF8-3830-4779-F0FB-8821308769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F8896C-F954-710A-BEA7-7BF81D82F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519E63-44E8-12B9-583D-380079684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8824D8-7D24-D4B4-6BE8-4526E0DA3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D71640-3264-EF32-53B7-C2F8654D3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28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EAEE56-90B1-4D95-4C8B-DCD593B10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51E7D0-5500-9385-5CD5-66AD472044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3DA8C1-70D7-97D4-9F04-2CDB6B1B4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CD1502-F301-172B-93C8-2BD03B4E2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5C936D-19DB-9165-FB9D-7EFF1FF7B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39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256DB-AD3A-F4DA-2F32-CFE84B1BD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3C0E13-E79B-DCCC-67C9-F3995A28A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3A3A3-E44C-77F6-07F3-9DAACBDE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E8FF6E-9F62-9236-E379-B9FF4DF65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B3D87C-3010-47D8-89AD-0FF4BAB50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96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E2B37B-18AA-A834-ACCB-0C8040B40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CBFE46-8D8A-4668-666D-CEAE9B5299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7A1AF0-4E71-104F-0E3B-44B24BEAE3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13345F0-C4B6-642D-5A17-9E5CE357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F205F29-E472-0CBB-DD49-85FC94F94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ADA87D8-09A8-24BA-BDA2-730B686C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51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D8EE73-DB88-C241-6588-065A13524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08FFBA-FE5C-47C4-70B7-6D056FBA6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8832266-44A2-E67D-DF69-97F1D05D0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5C121A6-6428-616B-352C-A2F0E600F0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D84154-AB7A-2C4E-4971-EF6F18EF9A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FA7D2CE-4262-EC65-DF7C-0AE4CD99C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625F096-0698-0CE7-AB0F-0CB9E8304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E544561-029B-503B-7043-A6983E69E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9463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3E77AB-D9D3-0EF1-2153-495A3D184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7E5BBED-76AA-B825-5675-420ED974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A48B9D7-57D3-D210-7BB3-8373DCED8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F98F87C-209B-8FBD-FD61-4CDF93E17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825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A95EEA3-AC68-E66E-BA84-A91B43EF0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6404F94-E17E-08F0-CE1B-E0C023010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F3C446-9B95-AF89-3440-14635EC21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5306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029A2D-7714-07C0-3591-3479C41EE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F4B711-170E-1C2E-A03E-58D40A597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5EF44FD-4D51-9F28-B043-27F3B61ADE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EC1C12-A421-9928-BCAC-6BA7338E9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FDA1A5-65D2-1252-303A-17FF6BE118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6437A49-0897-B975-9C4C-F01A3417D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7023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D50AC3-8B10-8C8C-CE0A-FF649BDD3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D39216-5BF6-FBD9-5F5B-4DD6A1219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6704A2-D003-F531-860B-FF31671230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89E9C0-79D7-B3E1-19ED-B86112CB1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1879DFB-F01D-A015-3F56-E2DD17D55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1A7E24-F3FD-CFC6-682A-17D570EC4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58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8B8A08-7537-DF5C-F360-F339D089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D8EF0B5-26A0-66CB-181A-C2581AA165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9B0D39-4802-9269-8EA0-C958854FC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B53D07-B001-0776-899B-C7000629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A4A610-6183-CF0A-869B-B062EB4AC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341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42FFDB0-DCD3-2D0F-34E7-4C066305F1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0D202D-00CC-81C4-A34B-D114154AA3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01EC2A-51B3-B507-9723-6000BC8AC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183E29-9B44-4814-986D-2D4690523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D50E8A-80DC-C669-ABDD-82A8C1473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471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26B3B28-0636-C47F-CAA7-6B2FAE615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2983DE3-AEFA-6A4D-1569-962C5CE7C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6EBC6D9-D8C3-CC11-9238-99AEB1818B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4386F7-11B1-451A-AEC0-86E66AF31A4E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4F38E9-763F-2272-00C7-B94B6B92DA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ACE42B-B7A5-062E-872A-B456702E71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72703C-05AF-4600-9050-0DB9B1B51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1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687122D8-B8BF-40F3-AE16-6CC353678948}"/>
              </a:ext>
            </a:extLst>
          </p:cNvPr>
          <p:cNvSpPr/>
          <p:nvPr/>
        </p:nvSpPr>
        <p:spPr>
          <a:xfrm>
            <a:off x="2085975" y="1269000"/>
            <a:ext cx="6912000" cy="43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그래픽 5" descr="모니터 단색으로 채워진">
            <a:extLst>
              <a:ext uri="{FF2B5EF4-FFF2-40B4-BE49-F238E27FC236}">
                <a16:creationId xmlns:a16="http://schemas.microsoft.com/office/drawing/2014/main" id="{A29A2260-D515-C6F2-C94B-A6474D17FAF9}"/>
              </a:ext>
            </a:extLst>
          </p:cNvPr>
          <p:cNvSpPr/>
          <p:nvPr/>
        </p:nvSpPr>
        <p:spPr>
          <a:xfrm>
            <a:off x="6481685" y="1811812"/>
            <a:ext cx="1902575" cy="1617188"/>
          </a:xfrm>
          <a:custGeom>
            <a:avLst/>
            <a:gdLst>
              <a:gd name="csX0" fmla="*/ 2834085 w 3063875"/>
              <a:gd name="csY0" fmla="*/ 1914922 h 2604293"/>
              <a:gd name="csX1" fmla="*/ 229791 w 3063875"/>
              <a:gd name="csY1" fmla="*/ 1914922 h 2604293"/>
              <a:gd name="csX2" fmla="*/ 229791 w 3063875"/>
              <a:gd name="csY2" fmla="*/ 229791 h 2604293"/>
              <a:gd name="csX3" fmla="*/ 2834085 w 3063875"/>
              <a:gd name="csY3" fmla="*/ 229791 h 2604293"/>
              <a:gd name="csX4" fmla="*/ 2834085 w 3063875"/>
              <a:gd name="csY4" fmla="*/ 1914922 h 2604293"/>
              <a:gd name="csX5" fmla="*/ 2910681 w 3063875"/>
              <a:gd name="csY5" fmla="*/ 0 h 2604293"/>
              <a:gd name="csX6" fmla="*/ 153194 w 3063875"/>
              <a:gd name="csY6" fmla="*/ 0 h 2604293"/>
              <a:gd name="csX7" fmla="*/ 0 w 3063875"/>
              <a:gd name="csY7" fmla="*/ 153194 h 2604293"/>
              <a:gd name="csX8" fmla="*/ 0 w 3063875"/>
              <a:gd name="csY8" fmla="*/ 1991519 h 2604293"/>
              <a:gd name="csX9" fmla="*/ 153194 w 3063875"/>
              <a:gd name="csY9" fmla="*/ 2144713 h 2604293"/>
              <a:gd name="csX10" fmla="*/ 1225550 w 3063875"/>
              <a:gd name="csY10" fmla="*/ 2144713 h 2604293"/>
              <a:gd name="csX11" fmla="*/ 1225550 w 3063875"/>
              <a:gd name="csY11" fmla="*/ 2374503 h 2604293"/>
              <a:gd name="csX12" fmla="*/ 842566 w 3063875"/>
              <a:gd name="csY12" fmla="*/ 2374503 h 2604293"/>
              <a:gd name="csX13" fmla="*/ 842566 w 3063875"/>
              <a:gd name="csY13" fmla="*/ 2604294 h 2604293"/>
              <a:gd name="csX14" fmla="*/ 2221310 w 3063875"/>
              <a:gd name="csY14" fmla="*/ 2604294 h 2604293"/>
              <a:gd name="csX15" fmla="*/ 2221310 w 3063875"/>
              <a:gd name="csY15" fmla="*/ 2374503 h 2604293"/>
              <a:gd name="csX16" fmla="*/ 1838325 w 3063875"/>
              <a:gd name="csY16" fmla="*/ 2374503 h 2604293"/>
              <a:gd name="csX17" fmla="*/ 1838325 w 3063875"/>
              <a:gd name="csY17" fmla="*/ 2144713 h 2604293"/>
              <a:gd name="csX18" fmla="*/ 2910681 w 3063875"/>
              <a:gd name="csY18" fmla="*/ 2144713 h 2604293"/>
              <a:gd name="csX19" fmla="*/ 3063875 w 3063875"/>
              <a:gd name="csY19" fmla="*/ 1991519 h 2604293"/>
              <a:gd name="csX20" fmla="*/ 3063875 w 3063875"/>
              <a:gd name="csY20" fmla="*/ 153194 h 2604293"/>
              <a:gd name="csX21" fmla="*/ 2910681 w 3063875"/>
              <a:gd name="csY21" fmla="*/ 0 h 26042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063875" h="2604293">
                <a:moveTo>
                  <a:pt x="2834085" y="1914922"/>
                </a:moveTo>
                <a:lnTo>
                  <a:pt x="229791" y="1914922"/>
                </a:lnTo>
                <a:lnTo>
                  <a:pt x="229791" y="229791"/>
                </a:lnTo>
                <a:lnTo>
                  <a:pt x="2834085" y="229791"/>
                </a:lnTo>
                <a:lnTo>
                  <a:pt x="2834085" y="1914922"/>
                </a:lnTo>
                <a:close/>
                <a:moveTo>
                  <a:pt x="2910681" y="0"/>
                </a:moveTo>
                <a:lnTo>
                  <a:pt x="153194" y="0"/>
                </a:lnTo>
                <a:cubicBezTo>
                  <a:pt x="68937" y="0"/>
                  <a:pt x="0" y="68937"/>
                  <a:pt x="0" y="153194"/>
                </a:cubicBezTo>
                <a:lnTo>
                  <a:pt x="0" y="1991519"/>
                </a:lnTo>
                <a:cubicBezTo>
                  <a:pt x="0" y="2075775"/>
                  <a:pt x="68937" y="2144713"/>
                  <a:pt x="153194" y="2144713"/>
                </a:cubicBezTo>
                <a:lnTo>
                  <a:pt x="1225550" y="2144713"/>
                </a:lnTo>
                <a:lnTo>
                  <a:pt x="1225550" y="2374503"/>
                </a:lnTo>
                <a:lnTo>
                  <a:pt x="842566" y="2374503"/>
                </a:lnTo>
                <a:lnTo>
                  <a:pt x="842566" y="2604294"/>
                </a:lnTo>
                <a:lnTo>
                  <a:pt x="2221310" y="2604294"/>
                </a:lnTo>
                <a:lnTo>
                  <a:pt x="2221310" y="2374503"/>
                </a:lnTo>
                <a:lnTo>
                  <a:pt x="1838325" y="2374503"/>
                </a:lnTo>
                <a:lnTo>
                  <a:pt x="1838325" y="2144713"/>
                </a:lnTo>
                <a:lnTo>
                  <a:pt x="2910681" y="2144713"/>
                </a:lnTo>
                <a:cubicBezTo>
                  <a:pt x="2994938" y="2144713"/>
                  <a:pt x="3063875" y="2075775"/>
                  <a:pt x="3063875" y="1991519"/>
                </a:cubicBezTo>
                <a:lnTo>
                  <a:pt x="3063875" y="153194"/>
                </a:lnTo>
                <a:cubicBezTo>
                  <a:pt x="3063875" y="68937"/>
                  <a:pt x="2994938" y="0"/>
                  <a:pt x="2910681" y="0"/>
                </a:cubicBezTo>
                <a:close/>
              </a:path>
            </a:pathLst>
          </a:custGeom>
          <a:solidFill>
            <a:srgbClr val="FF0000"/>
          </a:solidFill>
          <a:ln w="38298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44424B-1CE5-9EAB-0F4A-D9810A1D621A}"/>
              </a:ext>
            </a:extLst>
          </p:cNvPr>
          <p:cNvSpPr txBox="1"/>
          <p:nvPr/>
        </p:nvSpPr>
        <p:spPr>
          <a:xfrm>
            <a:off x="2699691" y="4602750"/>
            <a:ext cx="5684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b="1" dirty="0">
                <a:solidFill>
                  <a:srgbClr val="FF0000"/>
                </a:solidFill>
                <a:latin typeface="Aptos Black" panose="020F0502020204030204" pitchFamily="34" charset="0"/>
              </a:rPr>
              <a:t>HMI </a:t>
            </a:r>
            <a:r>
              <a:rPr lang="ko-KR" altLang="en-US" sz="4000" b="1" dirty="0">
                <a:solidFill>
                  <a:srgbClr val="FF0000"/>
                </a:solidFill>
                <a:latin typeface="Aptos Black" panose="020F0502020204030204" pitchFamily="34" charset="0"/>
              </a:rPr>
              <a:t>원격 연결 점검 필요</a:t>
            </a:r>
            <a:endParaRPr lang="en-US" sz="4000" b="1" dirty="0">
              <a:solidFill>
                <a:srgbClr val="FF0000"/>
              </a:solidFill>
              <a:latin typeface="Aptos Black" panose="020F0502020204030204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85A75E6-0B22-5091-353E-7215D280C0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1156" y="1811812"/>
            <a:ext cx="1699344" cy="1699342"/>
          </a:xfrm>
          <a:prstGeom prst="rect">
            <a:avLst/>
          </a:prstGeom>
        </p:spPr>
      </p:pic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94D89E42-CD36-2B22-60A0-4BB234CF4888}"/>
              </a:ext>
            </a:extLst>
          </p:cNvPr>
          <p:cNvCxnSpPr/>
          <p:nvPr/>
        </p:nvCxnSpPr>
        <p:spPr>
          <a:xfrm>
            <a:off x="4709160" y="2661483"/>
            <a:ext cx="1699260" cy="0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2CC1FC4-A160-C266-13C3-7EC66488AD32}"/>
              </a:ext>
            </a:extLst>
          </p:cNvPr>
          <p:cNvGrpSpPr/>
          <p:nvPr/>
        </p:nvGrpSpPr>
        <p:grpSpPr>
          <a:xfrm>
            <a:off x="5047482" y="2272953"/>
            <a:ext cx="776398" cy="777060"/>
            <a:chOff x="4138502" y="1598255"/>
            <a:chExt cx="3009968" cy="3012535"/>
          </a:xfrm>
        </p:grpSpPr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1617CC3E-0871-27BD-C838-F0E74C5B1104}"/>
                </a:ext>
              </a:extLst>
            </p:cNvPr>
            <p:cNvGrpSpPr/>
            <p:nvPr/>
          </p:nvGrpSpPr>
          <p:grpSpPr>
            <a:xfrm flipH="1">
              <a:off x="4138502" y="1598255"/>
              <a:ext cx="3009968" cy="3009968"/>
              <a:chOff x="4184662" y="1419225"/>
              <a:chExt cx="2714625" cy="2714625"/>
            </a:xfrm>
          </p:grpSpPr>
          <p:cxnSp>
            <p:nvCxnSpPr>
              <p:cNvPr id="27" name="직선 연결선 26">
                <a:extLst>
                  <a:ext uri="{FF2B5EF4-FFF2-40B4-BE49-F238E27FC236}">
                    <a16:creationId xmlns:a16="http://schemas.microsoft.com/office/drawing/2014/main" id="{5CF309E5-52B7-1862-0038-FBD03C819E1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4662" y="1419225"/>
                <a:ext cx="2714625" cy="2714625"/>
              </a:xfrm>
              <a:prstGeom prst="line">
                <a:avLst/>
              </a:prstGeom>
              <a:ln w="254000">
                <a:solidFill>
                  <a:srgbClr val="FFFF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F97F88A0-2843-5DB0-9F39-93C50B6FDB0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4662" y="1419225"/>
                <a:ext cx="2714625" cy="2714625"/>
              </a:xfrm>
              <a:prstGeom prst="line">
                <a:avLst/>
              </a:prstGeom>
              <a:ln w="1270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6CF4855B-C377-55DF-F351-86DB2CDC16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38502" y="1600822"/>
              <a:ext cx="3009968" cy="3009968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" name="그림 2">
            <a:extLst>
              <a:ext uri="{FF2B5EF4-FFF2-40B4-BE49-F238E27FC236}">
                <a16:creationId xmlns:a16="http://schemas.microsoft.com/office/drawing/2014/main" id="{427643FE-045C-131F-6C49-B91FFB3D5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60" y="507645"/>
            <a:ext cx="9345039" cy="584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216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34BCE-2C48-81BD-C4F7-C99B0687F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12883B97-47BE-948B-4950-E34C4FD3DF1D}"/>
              </a:ext>
            </a:extLst>
          </p:cNvPr>
          <p:cNvSpPr/>
          <p:nvPr/>
        </p:nvSpPr>
        <p:spPr>
          <a:xfrm>
            <a:off x="2085975" y="1269000"/>
            <a:ext cx="6912000" cy="43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그래픽 5" descr="모니터 단색으로 채워진">
            <a:extLst>
              <a:ext uri="{FF2B5EF4-FFF2-40B4-BE49-F238E27FC236}">
                <a16:creationId xmlns:a16="http://schemas.microsoft.com/office/drawing/2014/main" id="{288C0FF3-3D2F-04C8-D385-0633866DEECD}"/>
              </a:ext>
            </a:extLst>
          </p:cNvPr>
          <p:cNvSpPr/>
          <p:nvPr/>
        </p:nvSpPr>
        <p:spPr>
          <a:xfrm>
            <a:off x="3925493" y="1547364"/>
            <a:ext cx="3232965" cy="2748019"/>
          </a:xfrm>
          <a:custGeom>
            <a:avLst/>
            <a:gdLst>
              <a:gd name="csX0" fmla="*/ 2834085 w 3063875"/>
              <a:gd name="csY0" fmla="*/ 1914922 h 2604293"/>
              <a:gd name="csX1" fmla="*/ 229791 w 3063875"/>
              <a:gd name="csY1" fmla="*/ 1914922 h 2604293"/>
              <a:gd name="csX2" fmla="*/ 229791 w 3063875"/>
              <a:gd name="csY2" fmla="*/ 229791 h 2604293"/>
              <a:gd name="csX3" fmla="*/ 2834085 w 3063875"/>
              <a:gd name="csY3" fmla="*/ 229791 h 2604293"/>
              <a:gd name="csX4" fmla="*/ 2834085 w 3063875"/>
              <a:gd name="csY4" fmla="*/ 1914922 h 2604293"/>
              <a:gd name="csX5" fmla="*/ 2910681 w 3063875"/>
              <a:gd name="csY5" fmla="*/ 0 h 2604293"/>
              <a:gd name="csX6" fmla="*/ 153194 w 3063875"/>
              <a:gd name="csY6" fmla="*/ 0 h 2604293"/>
              <a:gd name="csX7" fmla="*/ 0 w 3063875"/>
              <a:gd name="csY7" fmla="*/ 153194 h 2604293"/>
              <a:gd name="csX8" fmla="*/ 0 w 3063875"/>
              <a:gd name="csY8" fmla="*/ 1991519 h 2604293"/>
              <a:gd name="csX9" fmla="*/ 153194 w 3063875"/>
              <a:gd name="csY9" fmla="*/ 2144713 h 2604293"/>
              <a:gd name="csX10" fmla="*/ 1225550 w 3063875"/>
              <a:gd name="csY10" fmla="*/ 2144713 h 2604293"/>
              <a:gd name="csX11" fmla="*/ 1225550 w 3063875"/>
              <a:gd name="csY11" fmla="*/ 2374503 h 2604293"/>
              <a:gd name="csX12" fmla="*/ 842566 w 3063875"/>
              <a:gd name="csY12" fmla="*/ 2374503 h 2604293"/>
              <a:gd name="csX13" fmla="*/ 842566 w 3063875"/>
              <a:gd name="csY13" fmla="*/ 2604294 h 2604293"/>
              <a:gd name="csX14" fmla="*/ 2221310 w 3063875"/>
              <a:gd name="csY14" fmla="*/ 2604294 h 2604293"/>
              <a:gd name="csX15" fmla="*/ 2221310 w 3063875"/>
              <a:gd name="csY15" fmla="*/ 2374503 h 2604293"/>
              <a:gd name="csX16" fmla="*/ 1838325 w 3063875"/>
              <a:gd name="csY16" fmla="*/ 2374503 h 2604293"/>
              <a:gd name="csX17" fmla="*/ 1838325 w 3063875"/>
              <a:gd name="csY17" fmla="*/ 2144713 h 2604293"/>
              <a:gd name="csX18" fmla="*/ 2910681 w 3063875"/>
              <a:gd name="csY18" fmla="*/ 2144713 h 2604293"/>
              <a:gd name="csX19" fmla="*/ 3063875 w 3063875"/>
              <a:gd name="csY19" fmla="*/ 1991519 h 2604293"/>
              <a:gd name="csX20" fmla="*/ 3063875 w 3063875"/>
              <a:gd name="csY20" fmla="*/ 153194 h 2604293"/>
              <a:gd name="csX21" fmla="*/ 2910681 w 3063875"/>
              <a:gd name="csY21" fmla="*/ 0 h 260429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063875" h="2604293">
                <a:moveTo>
                  <a:pt x="2834085" y="1914922"/>
                </a:moveTo>
                <a:lnTo>
                  <a:pt x="229791" y="1914922"/>
                </a:lnTo>
                <a:lnTo>
                  <a:pt x="229791" y="229791"/>
                </a:lnTo>
                <a:lnTo>
                  <a:pt x="2834085" y="229791"/>
                </a:lnTo>
                <a:lnTo>
                  <a:pt x="2834085" y="1914922"/>
                </a:lnTo>
                <a:close/>
                <a:moveTo>
                  <a:pt x="2910681" y="0"/>
                </a:moveTo>
                <a:lnTo>
                  <a:pt x="153194" y="0"/>
                </a:lnTo>
                <a:cubicBezTo>
                  <a:pt x="68937" y="0"/>
                  <a:pt x="0" y="68937"/>
                  <a:pt x="0" y="153194"/>
                </a:cubicBezTo>
                <a:lnTo>
                  <a:pt x="0" y="1991519"/>
                </a:lnTo>
                <a:cubicBezTo>
                  <a:pt x="0" y="2075775"/>
                  <a:pt x="68937" y="2144713"/>
                  <a:pt x="153194" y="2144713"/>
                </a:cubicBezTo>
                <a:lnTo>
                  <a:pt x="1225550" y="2144713"/>
                </a:lnTo>
                <a:lnTo>
                  <a:pt x="1225550" y="2374503"/>
                </a:lnTo>
                <a:lnTo>
                  <a:pt x="842566" y="2374503"/>
                </a:lnTo>
                <a:lnTo>
                  <a:pt x="842566" y="2604294"/>
                </a:lnTo>
                <a:lnTo>
                  <a:pt x="2221310" y="2604294"/>
                </a:lnTo>
                <a:lnTo>
                  <a:pt x="2221310" y="2374503"/>
                </a:lnTo>
                <a:lnTo>
                  <a:pt x="1838325" y="2374503"/>
                </a:lnTo>
                <a:lnTo>
                  <a:pt x="1838325" y="2144713"/>
                </a:lnTo>
                <a:lnTo>
                  <a:pt x="2910681" y="2144713"/>
                </a:lnTo>
                <a:cubicBezTo>
                  <a:pt x="2994938" y="2144713"/>
                  <a:pt x="3063875" y="2075775"/>
                  <a:pt x="3063875" y="1991519"/>
                </a:cubicBezTo>
                <a:lnTo>
                  <a:pt x="3063875" y="153194"/>
                </a:lnTo>
                <a:cubicBezTo>
                  <a:pt x="3063875" y="68937"/>
                  <a:pt x="2994938" y="0"/>
                  <a:pt x="2910681" y="0"/>
                </a:cubicBezTo>
                <a:close/>
              </a:path>
            </a:pathLst>
          </a:custGeom>
          <a:solidFill>
            <a:srgbClr val="FF0000"/>
          </a:solidFill>
          <a:ln w="38298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577A40-2AA9-9F6E-B607-544A167C43B1}"/>
              </a:ext>
            </a:extLst>
          </p:cNvPr>
          <p:cNvSpPr txBox="1"/>
          <p:nvPr/>
        </p:nvSpPr>
        <p:spPr>
          <a:xfrm>
            <a:off x="3293603" y="4602750"/>
            <a:ext cx="449674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FF0000"/>
                </a:solidFill>
                <a:latin typeface="Aptos Black" panose="020F0502020204030204" pitchFamily="34" charset="0"/>
              </a:rPr>
              <a:t>원격화면 점검 필요</a:t>
            </a:r>
            <a:endParaRPr lang="en-US" sz="4000" b="1" dirty="0">
              <a:solidFill>
                <a:srgbClr val="FF0000"/>
              </a:solidFill>
              <a:latin typeface="Aptos Black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598183-5A38-8D1C-32ED-F7A1C79DBFF6}"/>
              </a:ext>
            </a:extLst>
          </p:cNvPr>
          <p:cNvSpPr txBox="1"/>
          <p:nvPr/>
        </p:nvSpPr>
        <p:spPr>
          <a:xfrm>
            <a:off x="4991985" y="1581751"/>
            <a:ext cx="1099981" cy="2215991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13800" b="1" dirty="0">
                <a:solidFill>
                  <a:srgbClr val="FF0000"/>
                </a:solidFill>
              </a:rPr>
              <a:t>?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4549D93-0D41-74E6-17D3-9CD8BE31DD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723"/>
          <a:stretch>
            <a:fillRect/>
          </a:stretch>
        </p:blipFill>
        <p:spPr>
          <a:xfrm>
            <a:off x="1844659" y="1015200"/>
            <a:ext cx="9350459" cy="58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79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80E71-4868-89E8-A294-3802F3099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90931471-D83A-19FA-2727-5EE700D0B10A}"/>
              </a:ext>
            </a:extLst>
          </p:cNvPr>
          <p:cNvSpPr/>
          <p:nvPr/>
        </p:nvSpPr>
        <p:spPr>
          <a:xfrm>
            <a:off x="2085975" y="1269000"/>
            <a:ext cx="6912000" cy="43200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50C59A-679B-8212-4D0C-ECCE0F0E6BD6}"/>
              </a:ext>
            </a:extLst>
          </p:cNvPr>
          <p:cNvSpPr txBox="1"/>
          <p:nvPr/>
        </p:nvSpPr>
        <p:spPr>
          <a:xfrm>
            <a:off x="3806564" y="4602750"/>
            <a:ext cx="347082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000" b="1" dirty="0">
                <a:solidFill>
                  <a:srgbClr val="FF0000"/>
                </a:solidFill>
                <a:latin typeface="Aptos Black" panose="020F0502020204030204" pitchFamily="34" charset="0"/>
              </a:rPr>
              <a:t>순환 에러 발생</a:t>
            </a:r>
            <a:endParaRPr lang="en-US" sz="4000" b="1" dirty="0">
              <a:solidFill>
                <a:srgbClr val="FF0000"/>
              </a:solidFill>
              <a:latin typeface="Aptos Black" panose="020F0502020204030204" pitchFamily="34" charset="0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CC64C6E-1A06-E18B-7A3C-951A01E14A85}"/>
              </a:ext>
            </a:extLst>
          </p:cNvPr>
          <p:cNvGrpSpPr/>
          <p:nvPr/>
        </p:nvGrpSpPr>
        <p:grpSpPr>
          <a:xfrm>
            <a:off x="3743325" y="1640423"/>
            <a:ext cx="3597300" cy="2570911"/>
            <a:chOff x="3743325" y="1640423"/>
            <a:chExt cx="3597300" cy="257091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CB6AF46-A3FB-E92F-6165-C5A0402EB3AA}"/>
                </a:ext>
              </a:extLst>
            </p:cNvPr>
            <p:cNvGrpSpPr/>
            <p:nvPr/>
          </p:nvGrpSpPr>
          <p:grpSpPr>
            <a:xfrm>
              <a:off x="3743325" y="1734377"/>
              <a:ext cx="3597300" cy="1085625"/>
              <a:chOff x="3914775" y="1734377"/>
              <a:chExt cx="3597300" cy="1085625"/>
            </a:xfrm>
          </p:grpSpPr>
          <p:pic>
            <p:nvPicPr>
              <p:cNvPr id="3" name="그림 2">
                <a:extLst>
                  <a:ext uri="{FF2B5EF4-FFF2-40B4-BE49-F238E27FC236}">
                    <a16:creationId xmlns:a16="http://schemas.microsoft.com/office/drawing/2014/main" id="{AA2BB1C6-AB86-7F1B-BBE8-ED21967AE0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6450" y="1734378"/>
                <a:ext cx="1085625" cy="1085624"/>
              </a:xfrm>
              <a:prstGeom prst="rect">
                <a:avLst/>
              </a:prstGeom>
            </p:spPr>
          </p:pic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5151B628-9CAC-17DE-28BB-CE8CEE1BB65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914775" y="1734377"/>
                <a:ext cx="1085625" cy="1085624"/>
              </a:xfrm>
              <a:prstGeom prst="rect">
                <a:avLst/>
              </a:prstGeom>
            </p:spPr>
          </p:pic>
        </p:grp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B5373B0A-3422-8C1D-855E-545DAD7AD9A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99163" y="3125709"/>
              <a:ext cx="1085625" cy="1085625"/>
            </a:xfrm>
            <a:prstGeom prst="rect">
              <a:avLst/>
            </a:prstGeom>
          </p:spPr>
        </p:pic>
        <p:sp>
          <p:nvSpPr>
            <p:cNvPr id="9" name="원호 8">
              <a:extLst>
                <a:ext uri="{FF2B5EF4-FFF2-40B4-BE49-F238E27FC236}">
                  <a16:creationId xmlns:a16="http://schemas.microsoft.com/office/drawing/2014/main" id="{898E3B11-334E-E6FE-F2FF-E27A80F8F6E9}"/>
                </a:ext>
              </a:extLst>
            </p:cNvPr>
            <p:cNvSpPr/>
            <p:nvPr/>
          </p:nvSpPr>
          <p:spPr>
            <a:xfrm>
              <a:off x="4860938" y="1640423"/>
              <a:ext cx="1362075" cy="895794"/>
            </a:xfrm>
            <a:prstGeom prst="arc">
              <a:avLst>
                <a:gd name="adj1" fmla="val 12408429"/>
                <a:gd name="adj2" fmla="val 20147942"/>
              </a:avLst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원호 9">
              <a:extLst>
                <a:ext uri="{FF2B5EF4-FFF2-40B4-BE49-F238E27FC236}">
                  <a16:creationId xmlns:a16="http://schemas.microsoft.com/office/drawing/2014/main" id="{DE595DFA-4B95-018E-DAC7-462AF762F966}"/>
                </a:ext>
              </a:extLst>
            </p:cNvPr>
            <p:cNvSpPr/>
            <p:nvPr/>
          </p:nvSpPr>
          <p:spPr>
            <a:xfrm rot="8100000">
              <a:off x="5734818" y="2714896"/>
              <a:ext cx="1362075" cy="877726"/>
            </a:xfrm>
            <a:prstGeom prst="arc">
              <a:avLst>
                <a:gd name="adj1" fmla="val 12408429"/>
                <a:gd name="adj2" fmla="val 20147942"/>
              </a:avLst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원호 10">
              <a:extLst>
                <a:ext uri="{FF2B5EF4-FFF2-40B4-BE49-F238E27FC236}">
                  <a16:creationId xmlns:a16="http://schemas.microsoft.com/office/drawing/2014/main" id="{5643F242-A41A-F1CF-DA8E-0FA1DB4BCDC0}"/>
                </a:ext>
              </a:extLst>
            </p:cNvPr>
            <p:cNvSpPr/>
            <p:nvPr/>
          </p:nvSpPr>
          <p:spPr>
            <a:xfrm rot="13500000">
              <a:off x="3859985" y="2810225"/>
              <a:ext cx="1362075" cy="896618"/>
            </a:xfrm>
            <a:prstGeom prst="arc">
              <a:avLst>
                <a:gd name="adj1" fmla="val 12408429"/>
                <a:gd name="adj2" fmla="val 20147942"/>
              </a:avLst>
            </a:prstGeom>
            <a:ln w="5715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CAEAC676-1C43-2B35-49AE-218F27DECF89}"/>
              </a:ext>
            </a:extLst>
          </p:cNvPr>
          <p:cNvGrpSpPr/>
          <p:nvPr/>
        </p:nvGrpSpPr>
        <p:grpSpPr>
          <a:xfrm>
            <a:off x="3986102" y="1445855"/>
            <a:ext cx="3009968" cy="3009968"/>
            <a:chOff x="4184662" y="1419225"/>
            <a:chExt cx="2714625" cy="2714625"/>
          </a:xfrm>
        </p:grpSpPr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8BB5493B-C436-2558-249D-A4B13904EB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4662" y="1419225"/>
              <a:ext cx="2714625" cy="2714625"/>
            </a:xfrm>
            <a:prstGeom prst="line">
              <a:avLst/>
            </a:prstGeom>
            <a:ln w="2540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B2C81A1F-DDD5-A896-9CB4-2C7C55B700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4662" y="1419225"/>
              <a:ext cx="2714625" cy="2714625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29F3C677-5DB5-C52B-BA2A-AD09458A72A0}"/>
              </a:ext>
            </a:extLst>
          </p:cNvPr>
          <p:cNvGrpSpPr/>
          <p:nvPr/>
        </p:nvGrpSpPr>
        <p:grpSpPr>
          <a:xfrm flipH="1">
            <a:off x="3986102" y="1445855"/>
            <a:ext cx="3009968" cy="3009968"/>
            <a:chOff x="4184662" y="1419225"/>
            <a:chExt cx="2714625" cy="2714625"/>
          </a:xfrm>
        </p:grpSpPr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617444D1-67C5-6D5E-FDEB-F90C6A2257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4662" y="1419225"/>
              <a:ext cx="2714625" cy="2714625"/>
            </a:xfrm>
            <a:prstGeom prst="line">
              <a:avLst/>
            </a:prstGeom>
            <a:ln w="254000">
              <a:solidFill>
                <a:srgbClr val="FFFF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D11505CA-864B-8678-E9CE-EB2894AD50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4662" y="1419225"/>
              <a:ext cx="2714625" cy="2714625"/>
            </a:xfrm>
            <a:prstGeom prst="line">
              <a:avLst/>
            </a:prstGeom>
            <a:ln w="1270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61F0E1D-8169-22E2-6509-A37E538805EA}"/>
              </a:ext>
            </a:extLst>
          </p:cNvPr>
          <p:cNvCxnSpPr>
            <a:cxnSpLocks/>
          </p:cNvCxnSpPr>
          <p:nvPr/>
        </p:nvCxnSpPr>
        <p:spPr>
          <a:xfrm flipH="1">
            <a:off x="3986102" y="1448422"/>
            <a:ext cx="3009968" cy="3009968"/>
          </a:xfrm>
          <a:prstGeom prst="line">
            <a:avLst/>
          </a:prstGeom>
          <a:ln w="1270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그림 1">
            <a:extLst>
              <a:ext uri="{FF2B5EF4-FFF2-40B4-BE49-F238E27FC236}">
                <a16:creationId xmlns:a16="http://schemas.microsoft.com/office/drawing/2014/main" id="{D9FE0096-9456-E450-58CF-4F796D9F1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83" y="-101399"/>
            <a:ext cx="9345183" cy="584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900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12</Words>
  <Application>Microsoft Office PowerPoint</Application>
  <PresentationFormat>와이드스크린</PresentationFormat>
  <Paragraphs>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8" baseType="lpstr">
      <vt:lpstr>Aptos</vt:lpstr>
      <vt:lpstr>Aptos Black</vt:lpstr>
      <vt:lpstr>Aptos Display</vt:lpstr>
      <vt:lpstr>Arial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Heo, JaeBin</dc:creator>
  <cp:lastModifiedBy>Heo, JaeBin</cp:lastModifiedBy>
  <cp:revision>1</cp:revision>
  <dcterms:created xsi:type="dcterms:W3CDTF">2026-03-27T02:08:16Z</dcterms:created>
  <dcterms:modified xsi:type="dcterms:W3CDTF">2026-03-27T04:58:04Z</dcterms:modified>
</cp:coreProperties>
</file>